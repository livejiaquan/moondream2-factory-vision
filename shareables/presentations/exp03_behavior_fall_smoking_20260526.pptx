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33172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Moondream 行為辨識實驗報告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10360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跌倒偵測與抽菸偵測 · 7 支影片 · 91 張影格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30752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實驗摘要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161288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跌倒 + 4 抽菸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960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161288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93592" y="161848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總影格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93592" y="192024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0.5 秒抽幀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960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161288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Moondream2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9944" y="161848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192024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2025-01-09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88552" y="960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161288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MPS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53144" y="1618488"/>
            <a:ext cx="2185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裝置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53144" y="192024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float16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2852928"/>
            <a:ext cx="10268712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090672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3602736"/>
            <a:ext cx="9555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跌倒偵測：倒地後約 3.0–4.5 秒首次偵測到，事件形成後兩方法都穩定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抽菸偵測：方法 A 命中 44/52 (85%)，方法 B 命中 40/52 (77%)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查詢方法設計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15568"/>
          <a:ext cx="10561320" cy="420624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7818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設計重點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直接詢問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直問是否有特定事件，要求 yes/no 開頭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嚴格舉證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只有清楚視覺證據才回答 yes，允許 unclear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泛用異常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一句話涵蓋跌倒與抽菸（輔助參考）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開放描述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描述姿勢與手部/嘴部動作（輔助參考）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合併查詢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一次 query 同時輸出 Fall + Smoking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跌倒偵測結果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480060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70432"/>
            <a:ext cx="1417320" cy="34747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22529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整體結果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719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影片層級: 3/3 ✓ 全部偵測到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212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A: 16/39 幀 (41%), 首次 3.5-4.5s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49808" y="2615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B: 19/39 幀 (49%), 首次 3.0-3.5s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49808" y="30175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事件形成後穩定度: 方法A 16/16, 方法B 19/19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5513832" y="932688"/>
            <a:ext cx="6263640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98448"/>
          <a:ext cx="5715000" cy="233172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1417320"/>
                <a:gridCol w="17373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方法A首次偵測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方法B首次偵測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fall_01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方法B有1幀unclear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fall_02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fall_03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方法B有1幀unclear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85800" y="5596128"/>
            <a:ext cx="10817352" cy="65836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5751576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建議用方法 B 做跌倒確認，前段過渡影格不代表漏判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抽菸偵測結果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877824"/>
            <a:ext cx="4709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0149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方法A: 44/52 (85%)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36792" y="877824"/>
            <a:ext cx="47091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9672" y="10149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方法B: 40/52 (77%)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737360"/>
          <a:ext cx="11503152" cy="4187952"/>
        </p:xfrm>
        <a:graphic>
          <a:graphicData uri="http://schemas.openxmlformats.org/drawingml/2006/table">
            <a:tbl>
              <a:tblPr/>
              <a:tblGrid>
                <a:gridCol w="1170432"/>
                <a:gridCol w="475488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影片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smoking_01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smoking_01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smoking_02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smoking_02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smoking_03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smoking_03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smoking_04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smoking_04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CA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 E：合併查詢分析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074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170432"/>
            <a:ext cx="1965960" cy="34747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225296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速度與欄位表現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平均時間: 18.2 秒/張 (中位數 14.9s)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31520" y="212140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方法 A+B: 約 29.9 秒/張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31520" y="2505456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跌倒欄位: 19/39 正判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31520" y="2889504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抽菸欄位: 8/52 正判 (遠低於A的44/52)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31520" y="327355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跌倒片中Smoking誤觸: 19/39</a:t>
            </a:r>
            <a:endParaRPr lang="en-US" sz="132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941832"/>
          <a:ext cx="5989320" cy="4270248"/>
        </p:xfrm>
        <a:graphic>
          <a:graphicData uri="http://schemas.openxmlformats.org/drawingml/2006/table">
            <a:tbl>
              <a:tblPr/>
              <a:tblGrid>
                <a:gridCol w="1078992"/>
                <a:gridCol w="658368"/>
                <a:gridCol w="1417320"/>
                <a:gridCol w="1508760"/>
                <a:gridCol w="713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影片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預期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Fall欄位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Smoking欄位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時間</a:t>
                      </a:r>
                      <a:endParaRPr lang="en-US" sz="8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fall_01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跌倒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7/13,首次3.0s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7/13誤判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fall_02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跌倒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6/13,首次3.5s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6/13誤判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fall_03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跌倒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6/13,首次3.5s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6/13誤判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smoking_01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抽菸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1/13,6.0s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smoking_02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抽菸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4/13,3.0s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12.3s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抽菸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3/13,4.0s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smoking_04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抽菸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0/13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85800" y="5650992"/>
            <a:ext cx="10817352" cy="621792"/>
          </a:xfrm>
          <a:prstGeom prst="roundRect">
            <a:avLst/>
          </a:prstGeom>
          <a:solidFill>
            <a:srgbClr val="E07B39"/>
          </a:solidFill>
          <a:ln w="12700">
            <a:solidFill>
              <a:srgbClr val="E07B39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5806440"/>
            <a:ext cx="10396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跌倒場景中 Smoking 被連帶誤判是 prompt 結構問題，抽菸命中率明顯下降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 定位測試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914400"/>
            <a:ext cx="52120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521208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143000"/>
            <a:ext cx="2834640" cy="34747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19786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detection (fall videos)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143000"/>
            <a:ext cx="2240280" cy="347472"/>
          </a:xfrm>
          <a:prstGeom prst="roundRect">
            <a:avLst/>
          </a:prstGeom>
          <a:solidFill>
            <a:srgbClr val="E07B39"/>
          </a:solidFill>
          <a:ln w="12700">
            <a:solidFill>
              <a:srgbClr val="E07B3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1197864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Cigarette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fall_01/02/03: 各 13/13 = 100%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48272" y="1627632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smoking_01: 5/7 = 71%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48272" y="193852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smoking_02: 6/7 = 86%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48272" y="2249424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smoking_03: 4/7 = 57%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48272" y="2560320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smoking_04: 0/7 = 0% ⚠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456432"/>
          <a:ext cx="9921240" cy="1664208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1325880"/>
                <a:gridCol w="1463040"/>
                <a:gridCol w="150876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BBox類型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測試數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有框數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定位率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平均時間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person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~9.0s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cigarette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B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~14.2s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960120" y="5715000"/>
            <a:ext cx="10268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person框穩定可輔助跌倒畫面；cigarette定位不穩，不適合當主判斷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變體實驗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024128"/>
          <a:ext cx="11109960" cy="3273552"/>
        </p:xfrm>
        <a:graphic>
          <a:graphicData uri="http://schemas.openxmlformats.org/drawingml/2006/table">
            <a:tbl>
              <a:tblPr/>
              <a:tblGrid>
                <a:gridCol w="640080"/>
                <a:gridCol w="2057400"/>
                <a:gridCol w="2331720"/>
                <a:gridCol w="1508760"/>
                <a:gridCol w="374904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變體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跌倒→抽菸誤觸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抽菸偵測率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分開Evidence欄位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無法判讀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~0%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Parser完全失效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強調獨立性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全部yes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全部yes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模型一律yes，無法使用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收緊Smoking條件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仍存在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~77%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幻覺改成cigarette visible，核心問題未解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單句詢問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部分改善40-50%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~78%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方向最正確但不穩定</a:t>
                      </a:r>
                      <a:endParaRPr lang="en-US" sz="9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4956048"/>
            <a:ext cx="10652760" cy="8686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8992" y="5166360"/>
            <a:ext cx="10040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四個變體都無法同時解決跨污染與抽菸穩定偵測兩個問題，根本原因是模型規模較小的指令跟隨能力有限</a:t>
            </a:r>
            <a:endParaRPr lang="en-US" sz="1340" dirty="0"/>
          </a:p>
        </p:txBody>
      </p:sp>
      <p:sp>
        <p:nvSpPr>
          <p:cNvPr id="7" name="Text 4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19456"/>
            <a:ext cx="11365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最終可行性評估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987552"/>
          <a:ext cx="10954512" cy="461772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  <a:gridCol w="2907792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跌倒效果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抽菸效果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方法A 直接詢問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41%，首次3.5-4.5s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85%，首次0.5s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第一層偵測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方法B 嚴格舉證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49%，首次3.0-3.5s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77%，首次0.5-1.0s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確認層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方法C 泛用異常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未充分測試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3/9，漏判嚴重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不建議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方法D 開放描述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描述性，非結構化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需後處理提取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07B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抽樣佐證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方法E 合併查詢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19/39 (49%)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8/52 (15%)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不建議主方法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BBox定位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 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cigarette 54%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07B3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輔助證據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mid">
                    <a:lnL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92840" y="651052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66928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結論與建議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8992" y="1572768"/>
            <a:ext cx="10040112" cy="9875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6736" y="1737360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跌倒：使用方法 B 為主要確認，倒地後穩定偵測；正式系統加入連續幀規則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78992" y="2816352"/>
            <a:ext cx="10040112" cy="9875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6736" y="2980944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抽菸：使用方法 A 初篩，時間窗內多幀出現 yes 才觸發人工複核；方法 B 作佐證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78992" y="4059936"/>
            <a:ext cx="10040112" cy="9875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6736" y="4224528"/>
            <a:ext cx="9564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下一步：補充負樣本（正常作業、蹲下、坐下、拿工具）才能驗證 precision 與 false positive rate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6272784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支正樣本短影片 · 缺乏負樣本 · 目前支持 PoC 驗證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USIG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Moondream 行為辨識實驗報告</dc:title>
  <dc:subject>Moondream behavior recognition experiment</dc:subject>
  <dc:creator>USIG</dc:creator>
  <cp:lastModifiedBy>USIG</cp:lastModifiedBy>
  <cp:revision>1</cp:revision>
  <dcterms:created xsi:type="dcterms:W3CDTF">2026-05-26T07:26:54Z</dcterms:created>
  <dcterms:modified xsi:type="dcterms:W3CDTF">2026-05-26T07:26:54Z</dcterms:modified>
</cp:coreProperties>
</file>